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1" r:id="rId11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35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7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2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4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54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0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6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3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62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4" name="Picture 3" descr="Värikäs lautapeli">
            <a:extLst>
              <a:ext uri="{FF2B5EF4-FFF2-40B4-BE49-F238E27FC236}">
                <a16:creationId xmlns:a16="http://schemas.microsoft.com/office/drawing/2014/main" id="{BB567EE0-CEBB-7EC3-C94B-3A28FFDEB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1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BDFA5C6D-0539-69BC-A44D-5CA60A891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fi-FI" sz="3600" dirty="0"/>
              <a:t>Burgerin teko peli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7886DBF4-804B-0799-0E6E-34E48398F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endParaRPr lang="fi-FI" sz="1800"/>
          </a:p>
        </p:txBody>
      </p:sp>
    </p:spTree>
    <p:extLst>
      <p:ext uri="{BB962C8B-B14F-4D97-AF65-F5344CB8AC3E}">
        <p14:creationId xmlns:p14="http://schemas.microsoft.com/office/powerpoint/2010/main" val="95017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o-taulun ylin näkymä">
            <a:extLst>
              <a:ext uri="{FF2B5EF4-FFF2-40B4-BE49-F238E27FC236}">
                <a16:creationId xmlns:a16="http://schemas.microsoft.com/office/drawing/2014/main" id="{5EB7471D-6C73-994C-3BE7-AD1FA575E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8" b="60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6C45E8DF-6B5F-2F5A-D82D-0EB52199F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Tavoitteet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4998EB3-0B4B-47D5-BD9E-406F87B1C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5157694"/>
            <a:ext cx="5019676" cy="9764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dirty="0" err="1">
                <a:solidFill>
                  <a:srgbClr val="FFFFFF"/>
                </a:solidFill>
              </a:rPr>
              <a:t>Tavoitteena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oli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tehdä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ruoanlaittoon</a:t>
            </a:r>
            <a:r>
              <a:rPr lang="en-US" sz="1900" dirty="0">
                <a:solidFill>
                  <a:srgbClr val="FFFFFF"/>
                </a:solidFill>
              </a:rPr>
              <a:t> ja </a:t>
            </a:r>
            <a:r>
              <a:rPr lang="en-US" sz="1900" dirty="0" err="1">
                <a:solidFill>
                  <a:srgbClr val="FFFFFF"/>
                </a:solidFill>
              </a:rPr>
              <a:t>kortteihin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liittyvä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peli</a:t>
            </a:r>
            <a:r>
              <a:rPr lang="en-US" sz="1900" dirty="0">
                <a:solidFill>
                  <a:srgbClr val="FFFFFF"/>
                </a:solidFill>
              </a:rPr>
              <a:t>, </a:t>
            </a:r>
            <a:r>
              <a:rPr lang="en-US" sz="1900" dirty="0" err="1">
                <a:solidFill>
                  <a:srgbClr val="FFFFFF"/>
                </a:solidFill>
              </a:rPr>
              <a:t>jolla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saisin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koulu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näytön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tehtyä</a:t>
            </a:r>
            <a:endParaRPr lang="en-US" sz="1900" dirty="0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692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isällön paikkamerkki 4" descr="Kuva, joka sisältää kohteen kuvakaappaus, viiva&#10;&#10;Tekoälyllä luotu sisältö voi olla virheellistä.">
            <a:extLst>
              <a:ext uri="{FF2B5EF4-FFF2-40B4-BE49-F238E27FC236}">
                <a16:creationId xmlns:a16="http://schemas.microsoft.com/office/drawing/2014/main" id="{E6998963-3C8A-F356-E2C3-EC247AE5C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992CB60-C137-17D8-34F7-B57965D6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Tavoitteiden saavutus 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FCD4930-9C31-3AF7-2525-5FC1CF97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Sain tehtyä pelin, joka liittyy etäisesti kortteihin ja ruoanlaittoon. Kyseessä on burgeri teko peli.</a:t>
            </a:r>
          </a:p>
        </p:txBody>
      </p:sp>
    </p:spTree>
    <p:extLst>
      <p:ext uri="{BB962C8B-B14F-4D97-AF65-F5344CB8AC3E}">
        <p14:creationId xmlns:p14="http://schemas.microsoft.com/office/powerpoint/2010/main" val="9146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732522A-099B-0823-86FC-1395E6D2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372223"/>
            <a:ext cx="4265763" cy="1744702"/>
          </a:xfrm>
        </p:spPr>
        <p:txBody>
          <a:bodyPr anchor="t">
            <a:normAutofit/>
          </a:bodyPr>
          <a:lstStyle/>
          <a:p>
            <a:r>
              <a:rPr lang="fi-FI" dirty="0"/>
              <a:t>Teknologia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7EF2407-9126-2BEA-3DB9-F537B547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346" y="2414755"/>
            <a:ext cx="5269831" cy="2039112"/>
          </a:xfrm>
        </p:spPr>
        <p:txBody>
          <a:bodyPr anchor="t">
            <a:normAutofit/>
          </a:bodyPr>
          <a:lstStyle/>
          <a:p>
            <a:r>
              <a:rPr lang="fi-FI" sz="2200"/>
              <a:t>Käytin projektissani Unity pelimooottoria ja c# ohjelmointikieltä. Käytin githubia versionhallinta työkaluna.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AB36D8-4A14-4AA5-7A2B-C8B871657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42534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07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31D609B-E548-4C2A-834B-9707FEDA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Pelin tila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BCD49DA-A8DD-49B5-06DA-A969ECD5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Tälle hetkellä pelissä voi klikata nappeja ja tehdä sillä </a:t>
            </a:r>
            <a:r>
              <a:rPr lang="fi-FI"/>
              <a:t>tavalla burgereita.</a:t>
            </a:r>
          </a:p>
        </p:txBody>
      </p:sp>
    </p:spTree>
    <p:extLst>
      <p:ext uri="{BB962C8B-B14F-4D97-AF65-F5344CB8AC3E}">
        <p14:creationId xmlns:p14="http://schemas.microsoft.com/office/powerpoint/2010/main" val="205613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A79154B5-D95B-E830-3B79-80B29B0A4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871758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Haasteet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863675E-612E-1592-8D84-61FE33345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6" y="4742900"/>
            <a:ext cx="6991776" cy="10482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200" dirty="0" err="1"/>
              <a:t>Haasteena</a:t>
            </a:r>
            <a:r>
              <a:rPr lang="en-US" sz="2200" dirty="0"/>
              <a:t> </a:t>
            </a:r>
            <a:r>
              <a:rPr lang="en-US" sz="2200" dirty="0" err="1"/>
              <a:t>oli</a:t>
            </a:r>
            <a:r>
              <a:rPr lang="en-US" sz="2200" dirty="0"/>
              <a:t> mm. </a:t>
            </a:r>
            <a:r>
              <a:rPr lang="en-US" sz="2200" dirty="0" err="1"/>
              <a:t>aika</a:t>
            </a:r>
            <a:r>
              <a:rPr lang="en-US" sz="2200" dirty="0"/>
              <a:t> ja </a:t>
            </a:r>
            <a:r>
              <a:rPr lang="en-US" sz="2200" dirty="0" err="1"/>
              <a:t>taidottomuus</a:t>
            </a:r>
            <a:r>
              <a:rPr lang="en-US" sz="2200" dirty="0"/>
              <a:t>, </a:t>
            </a:r>
            <a:r>
              <a:rPr lang="en-US" sz="2200" dirty="0" err="1"/>
              <a:t>jonka</a:t>
            </a:r>
            <a:r>
              <a:rPr lang="en-US" sz="2200" dirty="0"/>
              <a:t> </a:t>
            </a:r>
            <a:r>
              <a:rPr lang="en-US" sz="2200" dirty="0" err="1"/>
              <a:t>takia</a:t>
            </a:r>
            <a:r>
              <a:rPr lang="en-US" sz="2200" dirty="0"/>
              <a:t> </a:t>
            </a:r>
            <a:r>
              <a:rPr lang="en-US" sz="2200" dirty="0" err="1"/>
              <a:t>projektini</a:t>
            </a:r>
            <a:r>
              <a:rPr lang="en-US" sz="2200" dirty="0"/>
              <a:t> </a:t>
            </a:r>
            <a:r>
              <a:rPr lang="en-US" sz="2200" dirty="0" err="1"/>
              <a:t>teossa</a:t>
            </a:r>
            <a:r>
              <a:rPr lang="en-US" sz="2200" dirty="0"/>
              <a:t> </a:t>
            </a:r>
            <a:r>
              <a:rPr lang="en-US" sz="2200" dirty="0" err="1"/>
              <a:t>meni</a:t>
            </a:r>
            <a:r>
              <a:rPr lang="en-US" sz="2200" dirty="0"/>
              <a:t> </a:t>
            </a:r>
            <a:r>
              <a:rPr lang="en-US" sz="2200" dirty="0" err="1"/>
              <a:t>käytännössä</a:t>
            </a:r>
            <a:r>
              <a:rPr lang="en-US" sz="2200" dirty="0"/>
              <a:t> </a:t>
            </a:r>
            <a:r>
              <a:rPr lang="en-US" sz="2200" dirty="0" err="1"/>
              <a:t>koko</a:t>
            </a:r>
            <a:r>
              <a:rPr lang="en-US" sz="2200" dirty="0"/>
              <a:t> </a:t>
            </a:r>
            <a:r>
              <a:rPr lang="en-US" sz="2200" dirty="0" err="1"/>
              <a:t>aika</a:t>
            </a:r>
            <a:r>
              <a:rPr lang="en-US" sz="2200" dirty="0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01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FC6642B8A85BA54ABB024F7DE43C7D46" ma:contentTypeVersion="14" ma:contentTypeDescription="Luo uusi asiakirja." ma:contentTypeScope="" ma:versionID="a2f394dd2f18d0f04c9794812fa745c5">
  <xsd:schema xmlns:xsd="http://www.w3.org/2001/XMLSchema" xmlns:xs="http://www.w3.org/2001/XMLSchema" xmlns:p="http://schemas.microsoft.com/office/2006/metadata/properties" xmlns:ns3="394463c7-457b-4ce9-a379-d6f5138a094b" xmlns:ns4="d8f5b666-491c-4ab9-9170-421875ed732b" targetNamespace="http://schemas.microsoft.com/office/2006/metadata/properties" ma:root="true" ma:fieldsID="0b16a340525842461b444801d9b09cc1" ns3:_="" ns4:_="">
    <xsd:import namespace="394463c7-457b-4ce9-a379-d6f5138a094b"/>
    <xsd:import namespace="d8f5b666-491c-4ab9-9170-421875ed732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463c7-457b-4ce9-a379-d6f5138a094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f5b666-491c-4ab9-9170-421875ed732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94463c7-457b-4ce9-a379-d6f5138a094b" xsi:nil="true"/>
  </documentManagement>
</p:properties>
</file>

<file path=customXml/itemProps1.xml><?xml version="1.0" encoding="utf-8"?>
<ds:datastoreItem xmlns:ds="http://schemas.openxmlformats.org/officeDocument/2006/customXml" ds:itemID="{83CD6CDE-CE55-45DE-A128-FEE6FF173D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4463c7-457b-4ce9-a379-d6f5138a094b"/>
    <ds:schemaRef ds:uri="d8f5b666-491c-4ab9-9170-421875ed73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CFE095-95EF-4216-A4F6-9618B3FBB5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12132F-B90F-48D4-9A18-9785FD7487A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d8f5b666-491c-4ab9-9170-421875ed732b"/>
    <ds:schemaRef ds:uri="http://purl.org/dc/elements/1.1/"/>
    <ds:schemaRef ds:uri="http://schemas.microsoft.com/office/2006/metadata/properties"/>
    <ds:schemaRef ds:uri="394463c7-457b-4ce9-a379-d6f5138a094b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</Words>
  <Application>Microsoft Office PowerPoint</Application>
  <PresentationFormat>Laajakuva</PresentationFormat>
  <Paragraphs>11</Paragraphs>
  <Slides>7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4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7</vt:i4>
      </vt:variant>
    </vt:vector>
  </HeadingPairs>
  <TitlesOfParts>
    <vt:vector size="12" baseType="lpstr">
      <vt:lpstr>Arial</vt:lpstr>
      <vt:lpstr>Bierstadt</vt:lpstr>
      <vt:lpstr>Calisto MT</vt:lpstr>
      <vt:lpstr>Univers Condensed</vt:lpstr>
      <vt:lpstr>ChronicleVTI</vt:lpstr>
      <vt:lpstr>Burgerin teko peli</vt:lpstr>
      <vt:lpstr>Tavoitteet</vt:lpstr>
      <vt:lpstr>PowerPoint-esitys</vt:lpstr>
      <vt:lpstr>Tavoitteiden saavutus </vt:lpstr>
      <vt:lpstr>Teknologia</vt:lpstr>
      <vt:lpstr>Pelin tila</vt:lpstr>
      <vt:lpstr>Haasteet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Junttila Vilho</dc:creator>
  <cp:lastModifiedBy>Junttila Vilho</cp:lastModifiedBy>
  <cp:revision>1</cp:revision>
  <dcterms:created xsi:type="dcterms:W3CDTF">2026-02-01T18:05:01Z</dcterms:created>
  <dcterms:modified xsi:type="dcterms:W3CDTF">2026-02-01T18:14:21Z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0x010100FC6642B8A85BA54ABB024F7DE43C7D46</vt:lpwstr>
  </property>
</Properties>
</file>